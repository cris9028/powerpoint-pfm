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0185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37160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0058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Parametrico Ibrido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11480" y="1828800"/>
            <a:ext cx="4572000" cy="4572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411480" y="1965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Autoconfigurazione del tunnel conformatore con modello involucro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11480" y="2926080"/>
            <a:ext cx="3474720" cy="822960"/>
          </a:xfrm>
          <a:prstGeom prst="rect">
            <a:avLst/>
          </a:prstGeom>
          <a:solidFill>
            <a:srgbClr val="F7F7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411480" y="2926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ore risparmiate / anno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11480" y="3337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macchine × 2 ore per tunnel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1480" y="4297680"/>
            <a:ext cx="2560320" cy="43891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411480" y="42976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di Innovazione Interna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BBBB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Situazione Precedente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91440" cy="164592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2070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ore per tunnel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15727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tunnel conformatore richiedeva circa 2 ore di modellazione manuale in CAD per ogni macchina prodotta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91440" cy="164592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325880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2070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autoconfigurazione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577840" y="15727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modello doveva essere ricostruito da zero o adattato manualmente al variare delle dimensioni del prodotto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74320" y="28346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274320" y="2834640"/>
            <a:ext cx="91440" cy="164592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154680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035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macchine l'anno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97280" y="34015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Moltiplicato per la produzione annua: fino a 120 ore di lavoro tecnico dedicato a un'attività ripetitiva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28346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4754880" y="2834640"/>
            <a:ext cx="91440" cy="164592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54680"/>
            <a:ext cx="475488" cy="4754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77840" y="3035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rigido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577840" y="34015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modelli parametrici tradizionali restano vincolati alle relazioni iniziali, rendendo ogni variante un nuovo progetto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Un'attività ripetitiva e ad alto costo in termini di tempo tecnico qualificato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BBBB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Soluzione: Modello Involucro Ibrido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73152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88720"/>
            <a:ext cx="777240" cy="777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26187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Involucro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" y="2194560"/>
            <a:ext cx="73152" cy="73152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713232" y="2057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Contiene tutte le relazioni geometriche del tunnel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2834640"/>
            <a:ext cx="73152" cy="73152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713232" y="2697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autoconfigura in base alle dimensioni del prodotto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" y="3474720"/>
            <a:ext cx="73152" cy="73152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713232" y="3337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il modello corretto in pochi secondi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4114800"/>
            <a:ext cx="73152" cy="73152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713232" y="3977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Applicabile ad altri componenti e famiglie di prodotto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75488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5"/>
          <p:cNvSpPr/>
          <p:nvPr/>
        </p:nvSpPr>
        <p:spPr>
          <a:xfrm>
            <a:off x="4754880" y="960120"/>
            <a:ext cx="4114800" cy="73152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188720"/>
            <a:ext cx="777240" cy="7772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989320" y="126187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 Ibrida IF ELSE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983480" y="2194560"/>
            <a:ext cx="73152" cy="73152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18"/>
          <p:cNvSpPr/>
          <p:nvPr/>
        </p:nvSpPr>
        <p:spPr>
          <a:xfrm>
            <a:off x="5193792" y="2057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Svincola tutti i </a:t>
            </a:r>
            <a:r>
              <a:rPr lang="en-US" sz="12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</a:t>
            </a: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dopo il settaggio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983480" y="2834640"/>
            <a:ext cx="73152" cy="73152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0"/>
          <p:cNvSpPr/>
          <p:nvPr/>
        </p:nvSpPr>
        <p:spPr>
          <a:xfrm>
            <a:off x="5193792" y="2697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modello finale è indistinguibile da uno non parametrico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983480" y="3474720"/>
            <a:ext cx="73152" cy="73152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2"/>
          <p:cNvSpPr/>
          <p:nvPr/>
        </p:nvSpPr>
        <p:spPr>
          <a:xfrm>
            <a:off x="5193792" y="3337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relazione residua che vincola la geometria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983480" y="4114800"/>
            <a:ext cx="73152" cy="73152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4"/>
          <p:cNvSpPr/>
          <p:nvPr/>
        </p:nvSpPr>
        <p:spPr>
          <a:xfrm>
            <a:off x="5193792" y="3977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macchina ottiene il proprio tunnel con codici univoci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BBBB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vs. Dopo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3840480" cy="475488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74320" y="98755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91440" cy="475488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ore di modellazione manuale per tunnel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3969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274320" y="2139696"/>
            <a:ext cx="91440" cy="475488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02920" y="213969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Ricostruzione del modello ad ogni variante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06624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274320" y="2706624"/>
            <a:ext cx="91440" cy="475488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02920" y="270662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 manuali da impostare 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27355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274320" y="3273552"/>
            <a:ext cx="91440" cy="475488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02920" y="327355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Rischio errori nella trasposizione manuale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4048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274320" y="3840480"/>
            <a:ext cx="91440" cy="475488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502920" y="38404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Tecnico CAD impegnato su attività ripetitiva</a:t>
            </a:r>
            <a:endParaRPr lang="en-US" sz="11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2377440"/>
            <a:ext cx="777240" cy="77724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029200" y="987552"/>
            <a:ext cx="3840480" cy="475488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1"/>
          <p:cNvSpPr/>
          <p:nvPr/>
        </p:nvSpPr>
        <p:spPr>
          <a:xfrm>
            <a:off x="5029200" y="98755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29200" y="1572768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3"/>
          <p:cNvSpPr/>
          <p:nvPr/>
        </p:nvSpPr>
        <p:spPr>
          <a:xfrm>
            <a:off x="5029200" y="1572768"/>
            <a:ext cx="91440" cy="475488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525780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generato in pochi secondi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029200" y="213969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Shape 26"/>
          <p:cNvSpPr/>
          <p:nvPr/>
        </p:nvSpPr>
        <p:spPr>
          <a:xfrm>
            <a:off x="5029200" y="2139696"/>
            <a:ext cx="91440" cy="475488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7"/>
          <p:cNvSpPr/>
          <p:nvPr/>
        </p:nvSpPr>
        <p:spPr>
          <a:xfrm>
            <a:off x="5257800" y="213969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Autoconfigurazione in base alle dimensioni prodotto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029200" y="2706624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Shape 29"/>
          <p:cNvSpPr/>
          <p:nvPr/>
        </p:nvSpPr>
        <p:spPr>
          <a:xfrm>
            <a:off x="5029200" y="2706624"/>
            <a:ext cx="91440" cy="475488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Text 30"/>
          <p:cNvSpPr/>
          <p:nvPr/>
        </p:nvSpPr>
        <p:spPr>
          <a:xfrm>
            <a:off x="5257800" y="270662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 svincolati: modello pulito e autonomo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029200" y="327355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Shape 32"/>
          <p:cNvSpPr/>
          <p:nvPr/>
        </p:nvSpPr>
        <p:spPr>
          <a:xfrm>
            <a:off x="5029200" y="3273552"/>
            <a:ext cx="91440" cy="475488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3"/>
          <p:cNvSpPr/>
          <p:nvPr/>
        </p:nvSpPr>
        <p:spPr>
          <a:xfrm>
            <a:off x="5257800" y="327355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Codici univoci per ogni macchina, senza errori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029200" y="384048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8" name="Shape 35"/>
          <p:cNvSpPr/>
          <p:nvPr/>
        </p:nvSpPr>
        <p:spPr>
          <a:xfrm>
            <a:off x="5029200" y="3840480"/>
            <a:ext cx="91440" cy="475488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9" name="Text 36"/>
          <p:cNvSpPr/>
          <p:nvPr/>
        </p:nvSpPr>
        <p:spPr>
          <a:xfrm>
            <a:off x="5257800" y="38404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Tecnico CAD libero per attività ad alto valore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BBBB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Impatto e Risparmio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73152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920240" y="1143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 risparmiate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anno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1097280"/>
            <a:ext cx="45720" cy="914400"/>
          </a:xfrm>
          <a:prstGeom prst="rect">
            <a:avLst/>
          </a:prstGeom>
          <a:solidFill>
            <a:srgbClr val="BBBBB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480560" y="1188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macchine/anno  ×  2 ore per tunnel  =  120 ore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1645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Risparmio diretto di tempo tecnico qualificato, misurabile e ricorrente ogni anno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274320" y="2377440"/>
            <a:ext cx="2011680" cy="64008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0604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05840" y="25146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×24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36576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Velocità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65760" y="363931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2 ore a pochi secondi per ogni configurazione tunnel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468880" y="237744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6"/>
          <p:cNvSpPr/>
          <p:nvPr/>
        </p:nvSpPr>
        <p:spPr>
          <a:xfrm>
            <a:off x="2468880" y="2377440"/>
            <a:ext cx="2011680" cy="64008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2606040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200400" y="25146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800" dirty="0"/>
          </a:p>
        </p:txBody>
      </p:sp>
      <p:sp>
        <p:nvSpPr>
          <p:cNvPr id="22" name="Text 18"/>
          <p:cNvSpPr/>
          <p:nvPr/>
        </p:nvSpPr>
        <p:spPr>
          <a:xfrm>
            <a:off x="256032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Qualità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2560320" y="363931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pulito, senza relazioni residue, pronto per produzione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663440" y="237744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21"/>
          <p:cNvSpPr/>
          <p:nvPr/>
        </p:nvSpPr>
        <p:spPr>
          <a:xfrm>
            <a:off x="4663440" y="2377440"/>
            <a:ext cx="2011680" cy="64008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606040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394960" y="25146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2800" dirty="0"/>
          </a:p>
        </p:txBody>
      </p:sp>
      <p:sp>
        <p:nvSpPr>
          <p:cNvPr id="28" name="Text 23"/>
          <p:cNvSpPr/>
          <p:nvPr/>
        </p:nvSpPr>
        <p:spPr>
          <a:xfrm>
            <a:off x="475488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Scalabilità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4754880" y="363931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metodo è applicabile ad altri componenti e famiglie di prodotto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858000" y="237744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26"/>
          <p:cNvSpPr/>
          <p:nvPr/>
        </p:nvSpPr>
        <p:spPr>
          <a:xfrm>
            <a:off x="6858000" y="2377440"/>
            <a:ext cx="2011680" cy="64008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2606040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589520" y="25146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34" name="Text 28"/>
          <p:cNvSpPr/>
          <p:nvPr/>
        </p:nvSpPr>
        <p:spPr>
          <a:xfrm>
            <a:off x="694944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Produttività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6949440" y="363931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tecnico CAD si concentra su progettazione, non su attività ripetitive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9601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Un'innovazione di metodo, non solo di strumento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65760" y="1783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tunnel parametrico ibrido introduce un approccio nuovo alla modellazione CAD: autoconfigurazione rapida con risultato pulito e autonomo, replicabile su tutta la produzione.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2514600"/>
            <a:ext cx="8412480" cy="36576"/>
          </a:xfrm>
          <a:prstGeom prst="rect">
            <a:avLst/>
          </a:prstGeom>
          <a:solidFill>
            <a:srgbClr val="BBBBB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5"/>
          <p:cNvSpPr/>
          <p:nvPr/>
        </p:nvSpPr>
        <p:spPr>
          <a:xfrm>
            <a:off x="365760" y="2770632"/>
            <a:ext cx="73152" cy="347472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594360" y="26974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Sviluppato e testato internamente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30266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 reale, non teorica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3364992"/>
            <a:ext cx="73152" cy="347472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594360" y="32918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Applicabile ad altri componenti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" y="362102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metodo involucro IF ELSE è estendibile a famiglie di prodotto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3959352"/>
            <a:ext cx="73152" cy="347472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594360" y="38862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Risparmio immediato e misurabile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" y="421538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ore/anno su 60 macchine, a partire dal primo utilizzo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4553712"/>
            <a:ext cx="8412480" cy="457200"/>
          </a:xfrm>
          <a:prstGeom prst="rect">
            <a:avLst/>
          </a:prstGeom>
          <a:solidFill>
            <a:srgbClr val="F7F7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502920" y="455371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ore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783080" y="455371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Risparmio annuo stimato di tempo tecnico qualificato — ricorrente su ogni ciclo produttivo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441</Words>
  <Application>Microsoft Office PowerPoint</Application>
  <PresentationFormat>Presentazione su schermo (16:9)</PresentationFormat>
  <Paragraphs>74</Paragraphs>
  <Slides>6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Innovazione: Tunnel Parametrico Ibrido</dc:title>
  <dc:subject>PptxGenJS Presentation</dc:subject>
  <dc:creator>PptxGenJS</dc:creator>
  <cp:lastModifiedBy>Melissa Spano</cp:lastModifiedBy>
  <cp:revision>2</cp:revision>
  <dcterms:created xsi:type="dcterms:W3CDTF">2026-05-24T05:46:05Z</dcterms:created>
  <dcterms:modified xsi:type="dcterms:W3CDTF">2026-05-24T05:49:48Z</dcterms:modified>
</cp:coreProperties>
</file>